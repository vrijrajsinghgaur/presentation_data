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HYDROLOGICAL MODELLING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MIKE SHE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integrated, physically-based framework for modelling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land phase of the hydrological cycle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5120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 ·  Interactions  ·  Inputs &amp; Outputs  ·  Academic Applications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59975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MIKE SHE?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789920" cy="1737360"/>
          </a:xfrm>
          <a:prstGeom prst="roundRect">
            <a:avLst>
              <a:gd name="adj" fmla="val 4211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SHE is a fully distributed, physically-based hydrological modelling system developed by DHI. Originating from the Système Hydrologique Européen (SHE), it simulates the entire land-based water cycle — from precipitation and evapotranspiration through surface runoff, unsaturated flow and groundwater to river interactions — within a single, tightly coupled framework.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5204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520440"/>
            <a:ext cx="91440" cy="228600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Physically-based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governing equations (Richards, Darcy, Saint-Venant) rather than relying solely on empirical relationships.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5204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3520440"/>
            <a:ext cx="91440" cy="228600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distributed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4160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spatial variability across a grid; every cell can have unique soil, land-use and climate properties.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35204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3520440"/>
            <a:ext cx="91440" cy="228600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&amp; flexible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4160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choose process complexity (simple water-balance to full 3-D) according to data availability and study goals.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59975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Process Components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process-oriented modules coordinated by a central FRAME component that manages time-stepping and data exchange.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1168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57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Evapotranspiration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Interception, canopy &amp; soil evaporation, plant transpiration (Kristensen–Jensen or simplified two-layer).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01168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3B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057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Overland &amp; Channel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overland flow (diffusive wave) + 1-D channel / river network (MIKE 1D).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01168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3B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057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Unsaturated Zone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infiltration &amp; soil moisture (Richards equation, gravity flow or two-layer water balance).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0624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3B5D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251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Saturated Zone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or 2-D groundwater flow using Darcy’s law; multi-layer aquifers.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0" y="4023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20624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3B5D3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251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 Melt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1772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Degree-day or energy-balance snow accumulation and melt processes.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92440" y="4023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420624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3B5D3A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4251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5256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2104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exchange between aquifers and river systems (baseflow, bank storage).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LINKAGES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59975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Components Interact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SHE is fully coupled: water and energy fluxes are exchanged at every time step between neighbouring processes. The FRAME component synchronises the different spatial and temporal scales.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Precipitation / Climate  →  ET + SM + OC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and snow drive the system; intercepted water evaporates or reaches the ground.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945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Overland Flow (OC)  →  UZ + Rivers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Ponded water infiltrates into the soil or flows into channels.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4290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118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Unsaturated Zone (UZ)  →  SZ + 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Percolation recharges the groundwater; roots extract water for transpiration.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6118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Saturated Zone (SZ)  →  Rivers (EX)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0233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Baseflow and bank storage exchange maintain river levels and aquifer heads.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292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Network  →  Floodplains / OC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440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stages control overbank flooding and return flow to the land surface.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48463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50292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Vegetation / Land Use  →  ET + Infiltration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5440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Leaf-area index and root depth control evaporative demand and soil moisture dynamics.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59975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Model Inputs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2697480" cy="4389120"/>
          </a:xfrm>
          <a:prstGeom prst="roundRect">
            <a:avLst>
              <a:gd name="adj" fmla="val 2712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269748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Drivers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Precipitation (station, radar or gridded)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Reference ET or radiation, temperature, humidity, wind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Snow parameters (if relevant)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1463040"/>
            <a:ext cx="2697480" cy="4389120"/>
          </a:xfrm>
          <a:prstGeom prst="roundRect">
            <a:avLst>
              <a:gd name="adj" fmla="val 2712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463040"/>
            <a:ext cx="269748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Properties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Digital Elevation Model (DEM)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108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Land-use / land-cover maps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4023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Vegetation parameters (LAI, root depth, crop coefficients)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1463040"/>
            <a:ext cx="2697480" cy="4389120"/>
          </a:xfrm>
          <a:prstGeom prst="roundRect">
            <a:avLst>
              <a:gd name="adj" fmla="val 2712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463040"/>
            <a:ext cx="269748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&amp; Subsurface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Soil hydraulic properties (Ksat, retention curves)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108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Geological layers &amp; aquifer parameters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023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Specific yield, storage coefficient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89720" y="1463040"/>
            <a:ext cx="2697480" cy="4389120"/>
          </a:xfrm>
          <a:prstGeom prst="roundRect">
            <a:avLst>
              <a:gd name="adj" fmla="val 2712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1463040"/>
            <a:ext cx="269748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River &amp; Boundaries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River network geometry &amp; cross-sections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3108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Structures (weirs, gates, pumps)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4023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Boundary &amp; initial conditions (heads, stages)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59975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 and How They Are Generated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Output Is Produced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194560"/>
            <a:ext cx="365760" cy="365760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148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module solves its governing PDEs (finite-difference / finite-volume) on its own grid and time step.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108960"/>
            <a:ext cx="365760" cy="365760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63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Coupling via FRAME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383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fluxes (infiltration, recharge, baseflow, overbank) are exchanged at every synchronisation step.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023360"/>
            <a:ext cx="365760" cy="365760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Water-Balance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utility tracks every storage change and flux for any sub-domain or the whole catchment.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4937760"/>
            <a:ext cx="365760" cy="365760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983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892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Files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(dfs0), grid series (dfs2/dfs3) and flood maps are written; post-processing tools generate maps, hydrographs and statistics.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14630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Typical Output Products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River discharge &amp; stage hydrographs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Groundwater head maps &amp; time series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Soil moisture profiles &amp; maps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94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Actual ET and recharge grids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Overland water depth &amp; flood extent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940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Detailed catchment water balances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294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Flow vectors and velocity fields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Nutrient / contaminant concentrations (with AD module)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59975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 of Use in Academic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91440" cy="214884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Catchment Hydrology &amp; Yield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Water-balance studies, runoff generation mechanisms, sustainable yield assessment.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63040"/>
            <a:ext cx="91440" cy="214884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Climate-Change Impact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modelling of altered precipitation, temperature and extreme events on water resources.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63040"/>
            <a:ext cx="91440" cy="214884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Flood &amp; Drought Risk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flood inundation, drought vulnerability and early-warning system development.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794760"/>
            <a:ext cx="91440" cy="214884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023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Surface–Groundwater Interaction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6634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baseflow, bank storage and conjunctive-use management.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3794760"/>
            <a:ext cx="91440" cy="214884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023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Contaminant Fate &amp; Transport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63440" y="46634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Advection–dispersion of solutes, nutrient leaching and remediation design (with AD/GC modules).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9244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3794760"/>
            <a:ext cx="91440" cy="214884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4023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Ecological Restoration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66760" y="46634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Peatland rewetting, wetland hydrology, habitat response to hydrological change.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59975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Academic &amp; Applied Domains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201168" cy="201168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scheme optimisation &amp; crop-water modelling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201168" cy="201168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Mine-water management and dewatering assessment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201168" cy="201168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Assessments (EIAs)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201168" cy="201168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Eutrophication mitigation &amp; nutrient budgets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1554480"/>
            <a:ext cx="201168" cy="201168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infrastructure / nature-based solutions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2194560"/>
            <a:ext cx="201168" cy="201168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change impact studies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2834640"/>
            <a:ext cx="201168" cy="201168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Water-protection-zone vulnerability mapping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3474720"/>
            <a:ext cx="201168" cy="201168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Water Resources Management (IWRM)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429768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2C4A2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researchers choose MIKE SHE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4983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represent complex surface–subsurface feedbacks at catchment scale • Flexible process complexity • Seamless coupling with MIKE 1D / MIKE+ • Rich spatial and temporal outputs • Strong water-balance diagnostics • Decades of peer-reviewed application worldwide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MIKE SHE in one slide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377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integrated, physically-based model of the complete land-phase water cycle.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3017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modules (ET, OC, UZ, SZ, SM, EX) dynamically coupled via FRAME.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657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span climate, topography, soils, geology, vegetation and river geometry.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4297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include hydrographs, heads, soil moisture, ET, recharge and detailed water balances.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937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applied in academic research on climate impacts, floods, droughts, ecology and contaminant transport.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MIKE SHE – Integrated Catchment Hydrological Modelling</dc:title>
  <dc:subject>PptxGenJS Presentation</dc:subject>
  <dc:creator>Hydrological Modelling Presentation</dc:creator>
  <cp:lastModifiedBy>Hydrological Modelling Presentation</cp:lastModifiedBy>
  <cp:revision>1</cp:revision>
  <dcterms:created xsi:type="dcterms:W3CDTF">2026-09-09T04:49:10Z</dcterms:created>
  <dcterms:modified xsi:type="dcterms:W3CDTF">2026-09-09T04:49:10Z</dcterms:modified>
</cp:coreProperties>
</file>